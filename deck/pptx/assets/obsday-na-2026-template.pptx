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Lst>
  <p:sldSz cy="6858000" cx="12192000"/>
  <p:notesSz cx="6858000" cy="9144000"/>
  <p:embeddedFontLst>
    <p:embeddedFont>
      <p:font typeface="Montserrat"/>
      <p:regular r:id="rId10"/>
      <p:bold r:id="rId11"/>
      <p:italic r:id="rId12"/>
      <p:boldItalic r:id="rId1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4" roundtripDataSignature="AMtx7mg4BA/UZBL+y+GJRU4m7UPD850uI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font" Target="fonts/Montserrat-bold.fntdata"/><Relationship Id="rId10" Type="http://schemas.openxmlformats.org/officeDocument/2006/relationships/font" Target="fonts/Montserrat-regular.fntdata"/><Relationship Id="rId13" Type="http://schemas.openxmlformats.org/officeDocument/2006/relationships/font" Target="fonts/Montserrat-boldItalic.fntdata"/><Relationship Id="rId12" Type="http://schemas.openxmlformats.org/officeDocument/2006/relationships/font" Target="fonts/Montserrat-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4"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h53720d0b3e3b9657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5" name="Google Shape;55;h53720d0b3e3b9657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h53720d0b3e3b9657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6" name="Google Shape;66;h53720d0b3e3b9657_0_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3" name="Google Shape;73;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7" name="Google Shape;77;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3" name="Google Shape;83;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cSld name="2_Title Slide">
    <p:bg>
      <p:bgPr>
        <a:solidFill>
          <a:srgbClr val="991346"/>
        </a:solidFill>
      </p:bgPr>
    </p:bg>
    <p:spTree>
      <p:nvGrpSpPr>
        <p:cNvPr id="11" name="Shape 11"/>
        <p:cNvGrpSpPr/>
        <p:nvPr/>
      </p:nvGrpSpPr>
      <p:grpSpPr>
        <a:xfrm>
          <a:off x="0" y="0"/>
          <a:ext cx="0" cy="0"/>
          <a:chOff x="0" y="0"/>
          <a:chExt cx="0" cy="0"/>
        </a:xfrm>
      </p:grpSpPr>
      <p:pic>
        <p:nvPicPr>
          <p:cNvPr id="12" name="Google Shape;12;p8"/>
          <p:cNvPicPr preferRelativeResize="0"/>
          <p:nvPr/>
        </p:nvPicPr>
        <p:blipFill rotWithShape="1">
          <a:blip r:embed="rId2">
            <a:alphaModFix/>
          </a:blip>
          <a:srcRect b="0" l="0" r="0" t="0"/>
          <a:stretch/>
        </p:blipFill>
        <p:spPr>
          <a:xfrm>
            <a:off x="1403927" y="278179"/>
            <a:ext cx="9384146" cy="6098450"/>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solidFill>
          <a:srgbClr val="991346"/>
        </a:solidFill>
      </p:bgPr>
    </p:bg>
    <p:spTree>
      <p:nvGrpSpPr>
        <p:cNvPr id="13" name="Shape 13"/>
        <p:cNvGrpSpPr/>
        <p:nvPr/>
      </p:nvGrpSpPr>
      <p:grpSpPr>
        <a:xfrm>
          <a:off x="0" y="0"/>
          <a:ext cx="0" cy="0"/>
          <a:chOff x="0" y="0"/>
          <a:chExt cx="0" cy="0"/>
        </a:xfrm>
      </p:grpSpPr>
      <p:pic>
        <p:nvPicPr>
          <p:cNvPr id="14" name="Google Shape;14;p9"/>
          <p:cNvPicPr preferRelativeResize="0"/>
          <p:nvPr/>
        </p:nvPicPr>
        <p:blipFill rotWithShape="1">
          <a:blip r:embed="rId2">
            <a:alphaModFix/>
          </a:blip>
          <a:srcRect b="0" l="0" r="0" t="0"/>
          <a:stretch/>
        </p:blipFill>
        <p:spPr>
          <a:xfrm>
            <a:off x="8982742" y="-281699"/>
            <a:ext cx="2977544" cy="1935009"/>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bg>
      <p:bgPr>
        <a:solidFill>
          <a:schemeClr val="lt1"/>
        </a:solidFill>
      </p:bgPr>
    </p:bg>
    <p:spTree>
      <p:nvGrpSpPr>
        <p:cNvPr id="15" name="Shape 15"/>
        <p:cNvGrpSpPr/>
        <p:nvPr/>
      </p:nvGrpSpPr>
      <p:grpSpPr>
        <a:xfrm>
          <a:off x="0" y="0"/>
          <a:ext cx="0" cy="0"/>
          <a:chOff x="0" y="0"/>
          <a:chExt cx="0" cy="0"/>
        </a:xfrm>
      </p:grpSpPr>
      <p:pic>
        <p:nvPicPr>
          <p:cNvPr descr="Graphical user interface&#10;&#10;Description automatically generated with medium confidence" id="16" name="Google Shape;16;p11"/>
          <p:cNvPicPr preferRelativeResize="0"/>
          <p:nvPr/>
        </p:nvPicPr>
        <p:blipFill rotWithShape="1">
          <a:blip r:embed="rId2">
            <a:alphaModFix/>
          </a:blip>
          <a:srcRect b="0" l="0" r="0" t="0"/>
          <a:stretch/>
        </p:blipFill>
        <p:spPr>
          <a:xfrm>
            <a:off x="10319515" y="1195753"/>
            <a:ext cx="1591131" cy="705401"/>
          </a:xfrm>
          <a:prstGeom prst="rect">
            <a:avLst/>
          </a:prstGeom>
          <a:noFill/>
          <a:ln>
            <a:noFill/>
          </a:ln>
        </p:spPr>
      </p:pic>
      <p:pic>
        <p:nvPicPr>
          <p:cNvPr descr="A colorful background with a few rectangles&#10;&#10;Description automatically generated with medium confidence" id="17" name="Google Shape;17;p11"/>
          <p:cNvPicPr preferRelativeResize="0"/>
          <p:nvPr/>
        </p:nvPicPr>
        <p:blipFill rotWithShape="1">
          <a:blip r:embed="rId3">
            <a:alphaModFix/>
          </a:blip>
          <a:srcRect b="84051" l="0" r="0" t="0"/>
          <a:stretch/>
        </p:blipFill>
        <p:spPr>
          <a:xfrm>
            <a:off x="0" y="0"/>
            <a:ext cx="12192000" cy="973013"/>
          </a:xfrm>
          <a:prstGeom prst="rect">
            <a:avLst/>
          </a:prstGeom>
          <a:solidFill>
            <a:srgbClr val="466BB0"/>
          </a:solidFill>
          <a:ln>
            <a:noFill/>
          </a:ln>
        </p:spPr>
      </p:pic>
      <p:sp>
        <p:nvSpPr>
          <p:cNvPr id="18" name="Google Shape;18;p11"/>
          <p:cNvSpPr/>
          <p:nvPr/>
        </p:nvSpPr>
        <p:spPr>
          <a:xfrm>
            <a:off x="0" y="0"/>
            <a:ext cx="12192000" cy="973013"/>
          </a:xfrm>
          <a:prstGeom prst="rect">
            <a:avLst/>
          </a:prstGeom>
          <a:solidFill>
            <a:srgbClr val="99134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19" name="Google Shape;19;p11"/>
          <p:cNvPicPr preferRelativeResize="0"/>
          <p:nvPr/>
        </p:nvPicPr>
        <p:blipFill rotWithShape="1">
          <a:blip r:embed="rId4">
            <a:alphaModFix/>
          </a:blip>
          <a:srcRect b="0" l="0" r="0" t="0"/>
          <a:stretch/>
        </p:blipFill>
        <p:spPr>
          <a:xfrm>
            <a:off x="9408810" y="-360174"/>
            <a:ext cx="2605700" cy="1693360"/>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bg>
      <p:bgPr>
        <a:solidFill>
          <a:srgbClr val="991346"/>
        </a:solidFill>
      </p:bgPr>
    </p:bg>
    <p:spTree>
      <p:nvGrpSpPr>
        <p:cNvPr id="20" name="Shape 20"/>
        <p:cNvGrpSpPr/>
        <p:nvPr/>
      </p:nvGrpSpPr>
      <p:grpSpPr>
        <a:xfrm>
          <a:off x="0" y="0"/>
          <a:ext cx="0" cy="0"/>
          <a:chOff x="0" y="0"/>
          <a:chExt cx="0" cy="0"/>
        </a:xfrm>
      </p:grpSpPr>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3_Title Slide">
    <p:bg>
      <p:bgPr>
        <a:solidFill>
          <a:srgbClr val="991346"/>
        </a:solidFill>
      </p:bgPr>
    </p:bg>
    <p:spTree>
      <p:nvGrpSpPr>
        <p:cNvPr id="21" name="Shape 21"/>
        <p:cNvGrpSpPr/>
        <p:nvPr/>
      </p:nvGrpSpPr>
      <p:grpSpPr>
        <a:xfrm>
          <a:off x="0" y="0"/>
          <a:ext cx="0" cy="0"/>
          <a:chOff x="0" y="0"/>
          <a:chExt cx="0" cy="0"/>
        </a:xfrm>
      </p:grpSpPr>
      <p:sp>
        <p:nvSpPr>
          <p:cNvPr id="22" name="Google Shape;22;p12"/>
          <p:cNvSpPr/>
          <p:nvPr/>
        </p:nvSpPr>
        <p:spPr>
          <a:xfrm>
            <a:off x="668447" y="1303699"/>
            <a:ext cx="10855105" cy="500656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3" name="Google Shape;23;p12"/>
          <p:cNvSpPr txBox="1"/>
          <p:nvPr/>
        </p:nvSpPr>
        <p:spPr>
          <a:xfrm>
            <a:off x="838200" y="378550"/>
            <a:ext cx="10515600" cy="653545"/>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7500"/>
              <a:buFont typeface="Arial"/>
              <a:buNone/>
            </a:pPr>
            <a:r>
              <a:rPr b="1" i="0" lang="en-CA" sz="3600" u="none" cap="none" strike="noStrike">
                <a:solidFill>
                  <a:schemeClr val="lt1"/>
                </a:solidFill>
                <a:latin typeface="Montserrat"/>
                <a:ea typeface="Montserrat"/>
                <a:cs typeface="Montserrat"/>
                <a:sym typeface="Montserrat"/>
              </a:rPr>
              <a:t>Thank you to our PLATINUM Sponsor!</a:t>
            </a:r>
            <a:endParaRPr b="0" i="0" sz="600" u="none" cap="none" strike="noStrike">
              <a:solidFill>
                <a:srgbClr val="000000"/>
              </a:solidFill>
              <a:latin typeface="Montserrat"/>
              <a:ea typeface="Montserrat"/>
              <a:cs typeface="Montserrat"/>
              <a:sym typeface="Montserrat"/>
            </a:endParaRPr>
          </a:p>
        </p:txBody>
      </p:sp>
      <p:pic>
        <p:nvPicPr>
          <p:cNvPr id="24" name="Google Shape;24;p12"/>
          <p:cNvPicPr preferRelativeResize="0"/>
          <p:nvPr/>
        </p:nvPicPr>
        <p:blipFill rotWithShape="1">
          <a:blip r:embed="rId2">
            <a:alphaModFix/>
          </a:blip>
          <a:srcRect b="0" l="0" r="0" t="0"/>
          <a:stretch/>
        </p:blipFill>
        <p:spPr>
          <a:xfrm>
            <a:off x="3288074" y="2724912"/>
            <a:ext cx="5396396" cy="1847088"/>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3_Title Slide 2">
    <p:bg>
      <p:bgPr>
        <a:solidFill>
          <a:srgbClr val="991346"/>
        </a:solidFill>
      </p:bgPr>
    </p:bg>
    <p:spTree>
      <p:nvGrpSpPr>
        <p:cNvPr id="25" name="Shape 25"/>
        <p:cNvGrpSpPr/>
        <p:nvPr/>
      </p:nvGrpSpPr>
      <p:grpSpPr>
        <a:xfrm>
          <a:off x="0" y="0"/>
          <a:ext cx="0" cy="0"/>
          <a:chOff x="0" y="0"/>
          <a:chExt cx="0" cy="0"/>
        </a:xfrm>
      </p:grpSpPr>
      <p:sp>
        <p:nvSpPr>
          <p:cNvPr id="26" name="Google Shape;26;p15"/>
          <p:cNvSpPr/>
          <p:nvPr/>
        </p:nvSpPr>
        <p:spPr>
          <a:xfrm>
            <a:off x="668447" y="1303699"/>
            <a:ext cx="10855105" cy="500656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7" name="Google Shape;27;p15"/>
          <p:cNvSpPr txBox="1"/>
          <p:nvPr/>
        </p:nvSpPr>
        <p:spPr>
          <a:xfrm>
            <a:off x="838200" y="378550"/>
            <a:ext cx="10515600" cy="653545"/>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7500"/>
              <a:buFont typeface="Arial"/>
              <a:buNone/>
            </a:pPr>
            <a:r>
              <a:rPr b="1" i="0" lang="en-CA" sz="3600" u="none" cap="none" strike="noStrike">
                <a:solidFill>
                  <a:schemeClr val="lt1"/>
                </a:solidFill>
                <a:latin typeface="Montserrat"/>
                <a:ea typeface="Montserrat"/>
                <a:cs typeface="Montserrat"/>
                <a:sym typeface="Montserrat"/>
              </a:rPr>
              <a:t>Thank you to our PLATINUM Sponsor!</a:t>
            </a:r>
            <a:endParaRPr b="0" i="0" sz="600" u="none" cap="none" strike="noStrike">
              <a:solidFill>
                <a:srgbClr val="000000"/>
              </a:solidFill>
              <a:latin typeface="Montserrat"/>
              <a:ea typeface="Montserrat"/>
              <a:cs typeface="Montserrat"/>
              <a:sym typeface="Montserrat"/>
            </a:endParaRPr>
          </a:p>
        </p:txBody>
      </p:sp>
      <p:pic>
        <p:nvPicPr>
          <p:cNvPr id="28" name="Google Shape;28;p15"/>
          <p:cNvPicPr preferRelativeResize="0"/>
          <p:nvPr/>
        </p:nvPicPr>
        <p:blipFill rotWithShape="1">
          <a:blip r:embed="rId2">
            <a:alphaModFix/>
          </a:blip>
          <a:srcRect b="0" l="0" r="0" t="0"/>
          <a:stretch/>
        </p:blipFill>
        <p:spPr>
          <a:xfrm>
            <a:off x="2866941" y="3001197"/>
            <a:ext cx="6406456" cy="1415380"/>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3_Title Slide 3">
    <p:bg>
      <p:bgPr>
        <a:solidFill>
          <a:srgbClr val="991346"/>
        </a:solidFill>
      </p:bgPr>
    </p:bg>
    <p:spTree>
      <p:nvGrpSpPr>
        <p:cNvPr id="29" name="Shape 29"/>
        <p:cNvGrpSpPr/>
        <p:nvPr/>
      </p:nvGrpSpPr>
      <p:grpSpPr>
        <a:xfrm>
          <a:off x="0" y="0"/>
          <a:ext cx="0" cy="0"/>
          <a:chOff x="0" y="0"/>
          <a:chExt cx="0" cy="0"/>
        </a:xfrm>
      </p:grpSpPr>
      <p:sp>
        <p:nvSpPr>
          <p:cNvPr id="30" name="Google Shape;30;p13"/>
          <p:cNvSpPr/>
          <p:nvPr/>
        </p:nvSpPr>
        <p:spPr>
          <a:xfrm>
            <a:off x="668447" y="1303699"/>
            <a:ext cx="10855105" cy="500656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1" name="Google Shape;31;p13"/>
          <p:cNvSpPr txBox="1"/>
          <p:nvPr/>
        </p:nvSpPr>
        <p:spPr>
          <a:xfrm>
            <a:off x="838200" y="378550"/>
            <a:ext cx="10515600" cy="653545"/>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7500"/>
              <a:buFont typeface="Arial"/>
              <a:buNone/>
            </a:pPr>
            <a:r>
              <a:rPr b="1" i="0" lang="en-CA" sz="3600" u="none" cap="none" strike="noStrike">
                <a:solidFill>
                  <a:schemeClr val="lt1"/>
                </a:solidFill>
                <a:latin typeface="Montserrat"/>
                <a:ea typeface="Montserrat"/>
                <a:cs typeface="Montserrat"/>
                <a:sym typeface="Montserrat"/>
              </a:rPr>
              <a:t>Thank you to our PLATINUM Sponsor!</a:t>
            </a:r>
            <a:endParaRPr b="0" i="0" sz="600" u="none" cap="none" strike="noStrike">
              <a:solidFill>
                <a:srgbClr val="000000"/>
              </a:solidFill>
              <a:latin typeface="Montserrat"/>
              <a:ea typeface="Montserrat"/>
              <a:cs typeface="Montserrat"/>
              <a:sym typeface="Montserrat"/>
            </a:endParaRPr>
          </a:p>
        </p:txBody>
      </p:sp>
      <p:pic>
        <p:nvPicPr>
          <p:cNvPr id="32" name="Google Shape;32;p13"/>
          <p:cNvPicPr preferRelativeResize="0"/>
          <p:nvPr/>
        </p:nvPicPr>
        <p:blipFill rotWithShape="1">
          <a:blip r:embed="rId2">
            <a:alphaModFix/>
          </a:blip>
          <a:srcRect b="0" l="0" r="0" t="0"/>
          <a:stretch/>
        </p:blipFill>
        <p:spPr>
          <a:xfrm>
            <a:off x="3745628" y="2798064"/>
            <a:ext cx="4700744" cy="1865376"/>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3_Title Slide 4">
    <p:bg>
      <p:bgPr>
        <a:solidFill>
          <a:srgbClr val="991346"/>
        </a:solidFill>
      </p:bgPr>
    </p:bg>
    <p:spTree>
      <p:nvGrpSpPr>
        <p:cNvPr id="33" name="Shape 33"/>
        <p:cNvGrpSpPr/>
        <p:nvPr/>
      </p:nvGrpSpPr>
      <p:grpSpPr>
        <a:xfrm>
          <a:off x="0" y="0"/>
          <a:ext cx="0" cy="0"/>
          <a:chOff x="0" y="0"/>
          <a:chExt cx="0" cy="0"/>
        </a:xfrm>
      </p:grpSpPr>
      <p:sp>
        <p:nvSpPr>
          <p:cNvPr id="34" name="Google Shape;34;p14"/>
          <p:cNvSpPr/>
          <p:nvPr/>
        </p:nvSpPr>
        <p:spPr>
          <a:xfrm>
            <a:off x="668447" y="1303699"/>
            <a:ext cx="10855105" cy="500656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5" name="Google Shape;35;p14"/>
          <p:cNvSpPr txBox="1"/>
          <p:nvPr/>
        </p:nvSpPr>
        <p:spPr>
          <a:xfrm>
            <a:off x="838200" y="378550"/>
            <a:ext cx="10515600" cy="653545"/>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7500"/>
              <a:buFont typeface="Arial"/>
              <a:buNone/>
            </a:pPr>
            <a:r>
              <a:rPr b="1" i="0" lang="en-CA" sz="3600" u="none" cap="none" strike="noStrike">
                <a:solidFill>
                  <a:schemeClr val="lt1"/>
                </a:solidFill>
                <a:latin typeface="Montserrat"/>
                <a:ea typeface="Montserrat"/>
                <a:cs typeface="Montserrat"/>
                <a:sym typeface="Montserrat"/>
              </a:rPr>
              <a:t>Thank you to our PLATINUM Sponsor!</a:t>
            </a:r>
            <a:endParaRPr b="0" i="0" sz="600" u="none" cap="none" strike="noStrike">
              <a:solidFill>
                <a:srgbClr val="000000"/>
              </a:solidFill>
              <a:latin typeface="Montserrat"/>
              <a:ea typeface="Montserrat"/>
              <a:cs typeface="Montserrat"/>
              <a:sym typeface="Montserrat"/>
            </a:endParaRPr>
          </a:p>
        </p:txBody>
      </p:sp>
      <p:pic>
        <p:nvPicPr>
          <p:cNvPr id="36" name="Google Shape;36;p14"/>
          <p:cNvPicPr preferRelativeResize="0"/>
          <p:nvPr/>
        </p:nvPicPr>
        <p:blipFill rotWithShape="1">
          <a:blip r:embed="rId2">
            <a:alphaModFix/>
          </a:blip>
          <a:srcRect b="0" l="0" r="0" t="0"/>
          <a:stretch/>
        </p:blipFill>
        <p:spPr>
          <a:xfrm>
            <a:off x="3266632" y="2935051"/>
            <a:ext cx="5658736" cy="1481674"/>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3_Title Slide 5">
    <p:bg>
      <p:bgPr>
        <a:solidFill>
          <a:srgbClr val="991346"/>
        </a:solidFill>
      </p:bgPr>
    </p:bg>
    <p:spTree>
      <p:nvGrpSpPr>
        <p:cNvPr id="37" name="Shape 37"/>
        <p:cNvGrpSpPr/>
        <p:nvPr/>
      </p:nvGrpSpPr>
      <p:grpSpPr>
        <a:xfrm>
          <a:off x="0" y="0"/>
          <a:ext cx="0" cy="0"/>
          <a:chOff x="0" y="0"/>
          <a:chExt cx="0" cy="0"/>
        </a:xfrm>
      </p:grpSpPr>
      <p:sp>
        <p:nvSpPr>
          <p:cNvPr id="38" name="Google Shape;38;p17"/>
          <p:cNvSpPr/>
          <p:nvPr/>
        </p:nvSpPr>
        <p:spPr>
          <a:xfrm>
            <a:off x="668447" y="1303699"/>
            <a:ext cx="10855105" cy="500656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9" name="Google Shape;39;p17"/>
          <p:cNvSpPr txBox="1"/>
          <p:nvPr/>
        </p:nvSpPr>
        <p:spPr>
          <a:xfrm>
            <a:off x="838200" y="378550"/>
            <a:ext cx="10515600" cy="653545"/>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7500"/>
              <a:buFont typeface="Arial"/>
              <a:buNone/>
            </a:pPr>
            <a:r>
              <a:rPr b="1" i="0" lang="en-CA" sz="3600" u="none" cap="none" strike="noStrike">
                <a:solidFill>
                  <a:schemeClr val="lt1"/>
                </a:solidFill>
                <a:latin typeface="Montserrat"/>
                <a:ea typeface="Montserrat"/>
                <a:cs typeface="Montserrat"/>
                <a:sym typeface="Montserrat"/>
              </a:rPr>
              <a:t>Thank you to our PLATINUM Sponsor!</a:t>
            </a:r>
            <a:endParaRPr b="0" i="0" sz="600" u="none" cap="none" strike="noStrike">
              <a:solidFill>
                <a:srgbClr val="000000"/>
              </a:solidFill>
              <a:latin typeface="Montserrat"/>
              <a:ea typeface="Montserrat"/>
              <a:cs typeface="Montserrat"/>
              <a:sym typeface="Montserrat"/>
            </a:endParaRPr>
          </a:p>
        </p:txBody>
      </p:sp>
      <p:pic>
        <p:nvPicPr>
          <p:cNvPr id="40" name="Google Shape;40;p17"/>
          <p:cNvPicPr preferRelativeResize="0"/>
          <p:nvPr/>
        </p:nvPicPr>
        <p:blipFill rotWithShape="1">
          <a:blip r:embed="rId2">
            <a:alphaModFix/>
          </a:blip>
          <a:srcRect b="0" l="0" r="0" t="0"/>
          <a:stretch/>
        </p:blipFill>
        <p:spPr>
          <a:xfrm>
            <a:off x="3252292" y="3053751"/>
            <a:ext cx="5652911" cy="1259457"/>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3_Title Slide 6">
    <p:bg>
      <p:bgPr>
        <a:solidFill>
          <a:srgbClr val="991346"/>
        </a:solidFill>
      </p:bgPr>
    </p:bg>
    <p:spTree>
      <p:nvGrpSpPr>
        <p:cNvPr id="41" name="Shape 41"/>
        <p:cNvGrpSpPr/>
        <p:nvPr/>
      </p:nvGrpSpPr>
      <p:grpSpPr>
        <a:xfrm>
          <a:off x="0" y="0"/>
          <a:ext cx="0" cy="0"/>
          <a:chOff x="0" y="0"/>
          <a:chExt cx="0" cy="0"/>
        </a:xfrm>
      </p:grpSpPr>
      <p:sp>
        <p:nvSpPr>
          <p:cNvPr id="42" name="Google Shape;42;p16"/>
          <p:cNvSpPr/>
          <p:nvPr/>
        </p:nvSpPr>
        <p:spPr>
          <a:xfrm>
            <a:off x="668447" y="1303699"/>
            <a:ext cx="10855105" cy="500656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3" name="Google Shape;43;p16"/>
          <p:cNvSpPr txBox="1"/>
          <p:nvPr/>
        </p:nvSpPr>
        <p:spPr>
          <a:xfrm>
            <a:off x="838200" y="378550"/>
            <a:ext cx="10515600" cy="653545"/>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7500"/>
              <a:buFont typeface="Arial"/>
              <a:buNone/>
            </a:pPr>
            <a:r>
              <a:rPr b="1" i="0" lang="en-CA" sz="3600" u="none" cap="none" strike="noStrike">
                <a:solidFill>
                  <a:schemeClr val="lt1"/>
                </a:solidFill>
                <a:latin typeface="Montserrat"/>
                <a:ea typeface="Montserrat"/>
                <a:cs typeface="Montserrat"/>
                <a:sym typeface="Montserrat"/>
              </a:rPr>
              <a:t>Thank you to our PLATINUM Sponsors!</a:t>
            </a:r>
            <a:endParaRPr b="0" i="0" sz="600" u="none" cap="none" strike="noStrike">
              <a:solidFill>
                <a:srgbClr val="000000"/>
              </a:solidFill>
              <a:latin typeface="Montserrat"/>
              <a:ea typeface="Montserrat"/>
              <a:cs typeface="Montserrat"/>
              <a:sym typeface="Montserrat"/>
            </a:endParaRPr>
          </a:p>
        </p:txBody>
      </p:sp>
      <p:pic>
        <p:nvPicPr>
          <p:cNvPr id="44" name="Google Shape;44;p16"/>
          <p:cNvPicPr preferRelativeResize="0"/>
          <p:nvPr/>
        </p:nvPicPr>
        <p:blipFill rotWithShape="1">
          <a:blip r:embed="rId2">
            <a:alphaModFix/>
          </a:blip>
          <a:srcRect b="0" l="0" r="0" t="0"/>
          <a:stretch/>
        </p:blipFill>
        <p:spPr>
          <a:xfrm>
            <a:off x="1133089" y="2338977"/>
            <a:ext cx="2681328" cy="917769"/>
          </a:xfrm>
          <a:prstGeom prst="rect">
            <a:avLst/>
          </a:prstGeom>
          <a:noFill/>
          <a:ln>
            <a:noFill/>
          </a:ln>
        </p:spPr>
      </p:pic>
      <p:pic>
        <p:nvPicPr>
          <p:cNvPr id="45" name="Google Shape;45;p16"/>
          <p:cNvPicPr preferRelativeResize="0"/>
          <p:nvPr/>
        </p:nvPicPr>
        <p:blipFill rotWithShape="1">
          <a:blip r:embed="rId3">
            <a:alphaModFix/>
          </a:blip>
          <a:srcRect b="0" l="0" r="0" t="0"/>
          <a:stretch/>
        </p:blipFill>
        <p:spPr>
          <a:xfrm>
            <a:off x="8377580" y="2376970"/>
            <a:ext cx="2335677" cy="926857"/>
          </a:xfrm>
          <a:prstGeom prst="rect">
            <a:avLst/>
          </a:prstGeom>
          <a:noFill/>
          <a:ln>
            <a:noFill/>
          </a:ln>
        </p:spPr>
      </p:pic>
      <p:pic>
        <p:nvPicPr>
          <p:cNvPr id="46" name="Google Shape;46;p16"/>
          <p:cNvPicPr preferRelativeResize="0"/>
          <p:nvPr/>
        </p:nvPicPr>
        <p:blipFill rotWithShape="1">
          <a:blip r:embed="rId4">
            <a:alphaModFix/>
          </a:blip>
          <a:srcRect b="0" l="0" r="0" t="0"/>
          <a:stretch/>
        </p:blipFill>
        <p:spPr>
          <a:xfrm>
            <a:off x="2408578" y="4285905"/>
            <a:ext cx="2811678" cy="736205"/>
          </a:xfrm>
          <a:prstGeom prst="rect">
            <a:avLst/>
          </a:prstGeom>
          <a:noFill/>
          <a:ln>
            <a:noFill/>
          </a:ln>
        </p:spPr>
      </p:pic>
      <p:pic>
        <p:nvPicPr>
          <p:cNvPr id="47" name="Google Shape;47;p16"/>
          <p:cNvPicPr preferRelativeResize="0"/>
          <p:nvPr/>
        </p:nvPicPr>
        <p:blipFill rotWithShape="1">
          <a:blip r:embed="rId5">
            <a:alphaModFix/>
          </a:blip>
          <a:srcRect b="0" l="0" r="0" t="0"/>
          <a:stretch/>
        </p:blipFill>
        <p:spPr>
          <a:xfrm>
            <a:off x="6296843" y="4330017"/>
            <a:ext cx="3106371" cy="692093"/>
          </a:xfrm>
          <a:prstGeom prst="rect">
            <a:avLst/>
          </a:prstGeom>
          <a:noFill/>
          <a:ln>
            <a:noFill/>
          </a:ln>
        </p:spPr>
      </p:pic>
      <p:pic>
        <p:nvPicPr>
          <p:cNvPr id="48" name="Google Shape;48;p16"/>
          <p:cNvPicPr preferRelativeResize="0"/>
          <p:nvPr/>
        </p:nvPicPr>
        <p:blipFill rotWithShape="1">
          <a:blip r:embed="rId6">
            <a:alphaModFix/>
          </a:blip>
          <a:srcRect b="0" l="0" r="0" t="0"/>
          <a:stretch/>
        </p:blipFill>
        <p:spPr>
          <a:xfrm>
            <a:off x="4485737" y="2495115"/>
            <a:ext cx="3191774" cy="705160"/>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3_Title Slide 7">
    <p:bg>
      <p:bgPr>
        <a:solidFill>
          <a:srgbClr val="991346"/>
        </a:solidFill>
      </p:bgPr>
    </p:bg>
    <p:spTree>
      <p:nvGrpSpPr>
        <p:cNvPr id="49" name="Shape 49"/>
        <p:cNvGrpSpPr/>
        <p:nvPr/>
      </p:nvGrpSpPr>
      <p:grpSpPr>
        <a:xfrm>
          <a:off x="0" y="0"/>
          <a:ext cx="0" cy="0"/>
          <a:chOff x="0" y="0"/>
          <a:chExt cx="0" cy="0"/>
        </a:xfrm>
      </p:grpSpPr>
      <p:sp>
        <p:nvSpPr>
          <p:cNvPr id="50" name="Google Shape;50;p18"/>
          <p:cNvSpPr/>
          <p:nvPr/>
        </p:nvSpPr>
        <p:spPr>
          <a:xfrm>
            <a:off x="668447" y="1303699"/>
            <a:ext cx="10855105" cy="500656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1" name="Google Shape;51;p18"/>
          <p:cNvSpPr txBox="1"/>
          <p:nvPr/>
        </p:nvSpPr>
        <p:spPr>
          <a:xfrm>
            <a:off x="838200" y="378550"/>
            <a:ext cx="10515600" cy="653545"/>
          </a:xfrm>
          <a:prstGeom prst="rect">
            <a:avLst/>
          </a:prstGeom>
          <a:noFill/>
          <a:ln>
            <a:noFill/>
          </a:ln>
        </p:spPr>
        <p:txBody>
          <a:bodyPr anchorCtr="0" anchor="ctr" bIns="45700" lIns="91425" spcFirstLastPara="1" rIns="91425" wrap="square" tIns="45700">
            <a:normAutofit fontScale="85000" lnSpcReduction="10000"/>
          </a:bodyPr>
          <a:lstStyle/>
          <a:p>
            <a:pPr indent="0" lvl="0" marL="0" marR="0" rtl="0" algn="ctr">
              <a:lnSpc>
                <a:spcPct val="90000"/>
              </a:lnSpc>
              <a:spcBef>
                <a:spcPts val="0"/>
              </a:spcBef>
              <a:spcAft>
                <a:spcPts val="0"/>
              </a:spcAft>
              <a:buClr>
                <a:schemeClr val="lt1"/>
              </a:buClr>
              <a:buSzPct val="245098"/>
              <a:buFont typeface="Arial"/>
              <a:buNone/>
            </a:pPr>
            <a:r>
              <a:rPr b="1" i="0" lang="en-CA" sz="3600" u="none" cap="none" strike="noStrike">
                <a:solidFill>
                  <a:schemeClr val="lt1"/>
                </a:solidFill>
                <a:latin typeface="Montserrat"/>
                <a:ea typeface="Montserrat"/>
                <a:cs typeface="Montserrat"/>
                <a:sym typeface="Montserrat"/>
              </a:rPr>
              <a:t>Thank you to our SESSION RECORDING Sponsor!</a:t>
            </a:r>
            <a:endParaRPr b="0" i="0" sz="600" u="none" cap="none" strike="noStrike">
              <a:solidFill>
                <a:srgbClr val="000000"/>
              </a:solidFill>
              <a:latin typeface="Montserrat"/>
              <a:ea typeface="Montserrat"/>
              <a:cs typeface="Montserrat"/>
              <a:sym typeface="Montserrat"/>
            </a:endParaRPr>
          </a:p>
        </p:txBody>
      </p:sp>
      <p:pic>
        <p:nvPicPr>
          <p:cNvPr id="52" name="Google Shape;52;p18"/>
          <p:cNvPicPr preferRelativeResize="0"/>
          <p:nvPr/>
        </p:nvPicPr>
        <p:blipFill rotWithShape="1">
          <a:blip r:embed="rId2">
            <a:alphaModFix/>
          </a:blip>
          <a:srcRect b="0" l="0" r="0" t="0"/>
          <a:stretch/>
        </p:blipFill>
        <p:spPr>
          <a:xfrm>
            <a:off x="3288074" y="2724912"/>
            <a:ext cx="5396396" cy="1847088"/>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CA"/>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h53720d0b3e3b9657_0_0"/>
          <p:cNvSpPr txBox="1"/>
          <p:nvPr/>
        </p:nvSpPr>
        <p:spPr>
          <a:xfrm>
            <a:off x="349223" y="911736"/>
            <a:ext cx="11192100" cy="1299600"/>
          </a:xfrm>
          <a:prstGeom prst="rect">
            <a:avLst/>
          </a:prstGeom>
          <a:noFill/>
          <a:ln>
            <a:noFill/>
          </a:ln>
        </p:spPr>
        <p:txBody>
          <a:bodyPr anchorCtr="0" anchor="ctr" bIns="44825" lIns="89700" spcFirstLastPara="1" rIns="89700" wrap="square" tIns="44825">
            <a:normAutofit/>
          </a:bodyPr>
          <a:lstStyle/>
          <a:p>
            <a:pPr indent="0" lvl="0" marL="0" marR="0" rtl="0" algn="l">
              <a:lnSpc>
                <a:spcPct val="90000"/>
              </a:lnSpc>
              <a:spcBef>
                <a:spcPts val="0"/>
              </a:spcBef>
              <a:spcAft>
                <a:spcPts val="0"/>
              </a:spcAft>
              <a:buClr>
                <a:srgbClr val="262626"/>
              </a:buClr>
              <a:buSzPts val="1831"/>
              <a:buFont typeface="Arial"/>
              <a:buNone/>
            </a:pPr>
            <a:r>
              <a:rPr b="0" i="0" lang="en-CA" sz="1831" u="none" cap="none" strike="noStrike">
                <a:solidFill>
                  <a:srgbClr val="223655"/>
                </a:solidFill>
                <a:latin typeface="Arial"/>
                <a:ea typeface="Arial"/>
                <a:cs typeface="Arial"/>
                <a:sym typeface="Arial"/>
              </a:rPr>
              <a:t>If you plan to use speaker notes, please follow the steps below to ensure your laptop is set up correctly. This will allow you to view your notes while the audience sees only your slides.</a:t>
            </a:r>
            <a:endParaRPr b="0" i="0" sz="1439" u="none" cap="none" strike="noStrike">
              <a:solidFill>
                <a:srgbClr val="223655"/>
              </a:solidFill>
              <a:latin typeface="Arial"/>
              <a:ea typeface="Arial"/>
              <a:cs typeface="Arial"/>
              <a:sym typeface="Arial"/>
            </a:endParaRPr>
          </a:p>
        </p:txBody>
      </p:sp>
      <p:sp>
        <p:nvSpPr>
          <p:cNvPr id="58" name="Google Shape;58;h53720d0b3e3b9657_0_0"/>
          <p:cNvSpPr txBox="1"/>
          <p:nvPr/>
        </p:nvSpPr>
        <p:spPr>
          <a:xfrm>
            <a:off x="349223" y="1971408"/>
            <a:ext cx="5347500" cy="1971000"/>
          </a:xfrm>
          <a:prstGeom prst="rect">
            <a:avLst/>
          </a:prstGeom>
          <a:noFill/>
          <a:ln>
            <a:noFill/>
          </a:ln>
        </p:spPr>
        <p:txBody>
          <a:bodyPr anchorCtr="0" anchor="t" bIns="89700" lIns="89700" spcFirstLastPara="1" rIns="89700" wrap="square" tIns="89700">
            <a:spAutoFit/>
          </a:bodyPr>
          <a:lstStyle/>
          <a:p>
            <a:pPr indent="0" lvl="0" marL="0" marR="0" rtl="0" algn="l">
              <a:lnSpc>
                <a:spcPct val="115000"/>
              </a:lnSpc>
              <a:spcBef>
                <a:spcPts val="1046"/>
              </a:spcBef>
              <a:spcAft>
                <a:spcPts val="0"/>
              </a:spcAft>
              <a:buClr>
                <a:srgbClr val="000000"/>
              </a:buClr>
              <a:buSzPts val="1700"/>
              <a:buFont typeface="Arial"/>
              <a:buNone/>
            </a:pPr>
            <a:r>
              <a:rPr b="1" i="0" lang="en-CA" sz="1700" u="none" cap="none" strike="noStrike">
                <a:solidFill>
                  <a:srgbClr val="223655"/>
                </a:solidFill>
                <a:latin typeface="Arial"/>
                <a:ea typeface="Arial"/>
                <a:cs typeface="Arial"/>
                <a:sym typeface="Arial"/>
              </a:rPr>
              <a:t> Before Connecting</a:t>
            </a:r>
            <a:endParaRPr b="1" i="0" sz="1700" u="none" cap="none" strike="noStrike">
              <a:solidFill>
                <a:srgbClr val="223655"/>
              </a:solidFill>
              <a:latin typeface="Arial"/>
              <a:ea typeface="Arial"/>
              <a:cs typeface="Arial"/>
              <a:sym typeface="Arial"/>
            </a:endParaRPr>
          </a:p>
          <a:p>
            <a:pPr indent="-332184" lvl="0" marL="448448" marR="0" rtl="0" algn="l">
              <a:lnSpc>
                <a:spcPct val="115000"/>
              </a:lnSpc>
              <a:spcBef>
                <a:spcPts val="1831"/>
              </a:spcBef>
              <a:spcAft>
                <a:spcPts val="0"/>
              </a:spcAft>
              <a:buClr>
                <a:srgbClr val="223655"/>
              </a:buClr>
              <a:buSzPts val="1831"/>
              <a:buFont typeface="Arial"/>
              <a:buChar char="●"/>
            </a:pPr>
            <a:r>
              <a:rPr b="0" i="0" lang="en-CA" sz="1831" u="none" cap="none" strike="noStrike">
                <a:solidFill>
                  <a:srgbClr val="223655"/>
                </a:solidFill>
                <a:latin typeface="Arial"/>
                <a:ea typeface="Arial"/>
                <a:cs typeface="Arial"/>
                <a:sym typeface="Arial"/>
              </a:rPr>
              <a:t>Close all unnecessary apps &amp; tabs</a:t>
            </a:r>
            <a:endParaRPr b="0" i="0" sz="1831" u="none" cap="none" strike="noStrike">
              <a:solidFill>
                <a:srgbClr val="223655"/>
              </a:solidFill>
              <a:latin typeface="Arial"/>
              <a:ea typeface="Arial"/>
              <a:cs typeface="Arial"/>
              <a:sym typeface="Arial"/>
            </a:endParaRPr>
          </a:p>
          <a:p>
            <a:pPr indent="-332184" lvl="0" marL="448448" marR="0" rtl="0" algn="l">
              <a:lnSpc>
                <a:spcPct val="115000"/>
              </a:lnSpc>
              <a:spcBef>
                <a:spcPts val="0"/>
              </a:spcBef>
              <a:spcAft>
                <a:spcPts val="0"/>
              </a:spcAft>
              <a:buClr>
                <a:srgbClr val="223655"/>
              </a:buClr>
              <a:buSzPts val="1831"/>
              <a:buFont typeface="Arial"/>
              <a:buChar char="●"/>
            </a:pPr>
            <a:r>
              <a:rPr b="0" i="0" lang="en-CA" sz="1831" u="none" cap="none" strike="noStrike">
                <a:solidFill>
                  <a:srgbClr val="223655"/>
                </a:solidFill>
                <a:latin typeface="Arial"/>
                <a:ea typeface="Arial"/>
                <a:cs typeface="Arial"/>
                <a:sym typeface="Arial"/>
              </a:rPr>
              <a:t>Turn off notifications</a:t>
            </a:r>
            <a:endParaRPr b="0" i="0" sz="1831" u="none" cap="none" strike="noStrike">
              <a:solidFill>
                <a:srgbClr val="223655"/>
              </a:solidFill>
              <a:latin typeface="Arial"/>
              <a:ea typeface="Arial"/>
              <a:cs typeface="Arial"/>
              <a:sym typeface="Arial"/>
            </a:endParaRPr>
          </a:p>
          <a:p>
            <a:pPr indent="-332184" lvl="0" marL="448448" marR="0" rtl="0" algn="l">
              <a:lnSpc>
                <a:spcPct val="115000"/>
              </a:lnSpc>
              <a:spcBef>
                <a:spcPts val="0"/>
              </a:spcBef>
              <a:spcAft>
                <a:spcPts val="0"/>
              </a:spcAft>
              <a:buClr>
                <a:srgbClr val="223655"/>
              </a:buClr>
              <a:buSzPts val="1831"/>
              <a:buFont typeface="Arial"/>
              <a:buChar char="●"/>
            </a:pPr>
            <a:r>
              <a:rPr b="0" i="0" lang="en-CA" sz="1831" u="none" cap="none" strike="noStrike">
                <a:solidFill>
                  <a:srgbClr val="223655"/>
                </a:solidFill>
                <a:latin typeface="Arial"/>
                <a:ea typeface="Arial"/>
                <a:cs typeface="Arial"/>
                <a:sym typeface="Arial"/>
              </a:rPr>
              <a:t>Disable Night Mode / TrueTone</a:t>
            </a:r>
            <a:endParaRPr b="0" i="0" sz="1831" u="none" cap="none" strike="noStrike">
              <a:solidFill>
                <a:srgbClr val="223655"/>
              </a:solidFill>
              <a:latin typeface="Arial"/>
              <a:ea typeface="Arial"/>
              <a:cs typeface="Arial"/>
              <a:sym typeface="Arial"/>
            </a:endParaRPr>
          </a:p>
          <a:p>
            <a:pPr indent="-332184" lvl="0" marL="448448" marR="0" rtl="0" algn="l">
              <a:lnSpc>
                <a:spcPct val="115000"/>
              </a:lnSpc>
              <a:spcBef>
                <a:spcPts val="0"/>
              </a:spcBef>
              <a:spcAft>
                <a:spcPts val="0"/>
              </a:spcAft>
              <a:buClr>
                <a:srgbClr val="223655"/>
              </a:buClr>
              <a:buSzPts val="1831"/>
              <a:buFont typeface="Arial"/>
              <a:buChar char="●"/>
            </a:pPr>
            <a:r>
              <a:rPr b="0" i="0" lang="en-CA" sz="1831" u="none" cap="none" strike="noStrike">
                <a:solidFill>
                  <a:srgbClr val="223655"/>
                </a:solidFill>
                <a:latin typeface="Arial"/>
                <a:ea typeface="Arial"/>
                <a:cs typeface="Arial"/>
                <a:sym typeface="Arial"/>
              </a:rPr>
              <a:t>Don’t enter full-screen presentation mode yet</a:t>
            </a:r>
            <a:endParaRPr b="0" i="0" sz="1831" u="none" cap="none" strike="noStrike">
              <a:solidFill>
                <a:srgbClr val="223655"/>
              </a:solidFill>
              <a:latin typeface="Arial"/>
              <a:ea typeface="Arial"/>
              <a:cs typeface="Arial"/>
              <a:sym typeface="Arial"/>
            </a:endParaRPr>
          </a:p>
        </p:txBody>
      </p:sp>
      <p:sp>
        <p:nvSpPr>
          <p:cNvPr id="59" name="Google Shape;59;h53720d0b3e3b9657_0_0"/>
          <p:cNvSpPr txBox="1"/>
          <p:nvPr/>
        </p:nvSpPr>
        <p:spPr>
          <a:xfrm>
            <a:off x="529597" y="4635279"/>
            <a:ext cx="5347500" cy="1586400"/>
          </a:xfrm>
          <a:prstGeom prst="rect">
            <a:avLst/>
          </a:prstGeom>
          <a:noFill/>
          <a:ln>
            <a:noFill/>
          </a:ln>
        </p:spPr>
        <p:txBody>
          <a:bodyPr anchorCtr="0" anchor="t" bIns="89700" lIns="89700" spcFirstLastPara="1" rIns="89700" wrap="square" tIns="89700">
            <a:spAutoFit/>
          </a:bodyPr>
          <a:lstStyle/>
          <a:p>
            <a:pPr indent="0" lvl="0" marL="0" marR="0" rtl="0" algn="l">
              <a:lnSpc>
                <a:spcPct val="115000"/>
              </a:lnSpc>
              <a:spcBef>
                <a:spcPts val="1046"/>
              </a:spcBef>
              <a:spcAft>
                <a:spcPts val="0"/>
              </a:spcAft>
              <a:buClr>
                <a:srgbClr val="000000"/>
              </a:buClr>
              <a:buSzPts val="1831"/>
              <a:buFont typeface="Arial"/>
              <a:buNone/>
            </a:pPr>
            <a:r>
              <a:rPr b="1" i="0" lang="en-CA" sz="1831" u="sng" cap="none" strike="noStrike">
                <a:solidFill>
                  <a:srgbClr val="223655"/>
                </a:solidFill>
                <a:latin typeface="Arial"/>
                <a:ea typeface="Arial"/>
                <a:cs typeface="Arial"/>
                <a:sym typeface="Arial"/>
              </a:rPr>
              <a:t>Using MAC</a:t>
            </a:r>
            <a:endParaRPr b="1" i="0" sz="1831" u="sng" cap="none" strike="noStrike">
              <a:solidFill>
                <a:srgbClr val="223655"/>
              </a:solidFill>
              <a:latin typeface="Arial"/>
              <a:ea typeface="Arial"/>
              <a:cs typeface="Arial"/>
              <a:sym typeface="Arial"/>
            </a:endParaRPr>
          </a:p>
          <a:p>
            <a:pPr indent="-332184" lvl="0" marL="448448" marR="0" rtl="0" algn="l">
              <a:lnSpc>
                <a:spcPct val="115000"/>
              </a:lnSpc>
              <a:spcBef>
                <a:spcPts val="1177"/>
              </a:spcBef>
              <a:spcAft>
                <a:spcPts val="0"/>
              </a:spcAft>
              <a:buClr>
                <a:srgbClr val="223655"/>
              </a:buClr>
              <a:buSzPts val="1831"/>
              <a:buFont typeface="Arial"/>
              <a:buChar char="●"/>
            </a:pPr>
            <a:r>
              <a:rPr b="0" i="0" lang="en-CA" sz="1831" u="none" cap="none" strike="noStrike">
                <a:solidFill>
                  <a:srgbClr val="223655"/>
                </a:solidFill>
                <a:latin typeface="Arial"/>
                <a:ea typeface="Arial"/>
                <a:cs typeface="Arial"/>
                <a:sym typeface="Arial"/>
              </a:rPr>
              <a:t>Go to System Settings &gt; Displays</a:t>
            </a:r>
            <a:endParaRPr b="0" i="0" sz="1831" u="none" cap="none" strike="noStrike">
              <a:solidFill>
                <a:srgbClr val="223655"/>
              </a:solidFill>
              <a:latin typeface="Arial"/>
              <a:ea typeface="Arial"/>
              <a:cs typeface="Arial"/>
              <a:sym typeface="Arial"/>
            </a:endParaRPr>
          </a:p>
          <a:p>
            <a:pPr indent="-332184" lvl="0" marL="448448" marR="0" rtl="0" algn="l">
              <a:lnSpc>
                <a:spcPct val="115000"/>
              </a:lnSpc>
              <a:spcBef>
                <a:spcPts val="0"/>
              </a:spcBef>
              <a:spcAft>
                <a:spcPts val="0"/>
              </a:spcAft>
              <a:buClr>
                <a:srgbClr val="223655"/>
              </a:buClr>
              <a:buSzPts val="1831"/>
              <a:buFont typeface="Arial"/>
              <a:buChar char="●"/>
            </a:pPr>
            <a:r>
              <a:rPr b="0" i="0" lang="en-CA" sz="1831" u="none" cap="none" strike="noStrike">
                <a:solidFill>
                  <a:srgbClr val="223655"/>
                </a:solidFill>
                <a:latin typeface="Arial"/>
                <a:ea typeface="Arial"/>
                <a:cs typeface="Arial"/>
                <a:sym typeface="Arial"/>
              </a:rPr>
              <a:t>Click the “Arrangement” tab</a:t>
            </a:r>
            <a:endParaRPr b="0" i="0" sz="1831" u="none" cap="none" strike="noStrike">
              <a:solidFill>
                <a:srgbClr val="223655"/>
              </a:solidFill>
              <a:latin typeface="Arial"/>
              <a:ea typeface="Arial"/>
              <a:cs typeface="Arial"/>
              <a:sym typeface="Arial"/>
            </a:endParaRPr>
          </a:p>
          <a:p>
            <a:pPr indent="-332184" lvl="0" marL="448448" marR="0" rtl="0" algn="l">
              <a:lnSpc>
                <a:spcPct val="115000"/>
              </a:lnSpc>
              <a:spcBef>
                <a:spcPts val="0"/>
              </a:spcBef>
              <a:spcAft>
                <a:spcPts val="0"/>
              </a:spcAft>
              <a:buClr>
                <a:srgbClr val="223655"/>
              </a:buClr>
              <a:buSzPts val="1831"/>
              <a:buFont typeface="Arial"/>
              <a:buChar char="●"/>
            </a:pPr>
            <a:r>
              <a:rPr b="0" i="0" lang="en-CA" sz="1831" u="none" cap="none" strike="noStrike">
                <a:solidFill>
                  <a:srgbClr val="223655"/>
                </a:solidFill>
                <a:latin typeface="Arial"/>
                <a:ea typeface="Arial"/>
                <a:cs typeface="Arial"/>
                <a:sym typeface="Arial"/>
              </a:rPr>
              <a:t>Make sure “Mirror Displays” is unchecked</a:t>
            </a:r>
            <a:endParaRPr b="0" i="0" sz="1831" u="none" cap="none" strike="noStrike">
              <a:solidFill>
                <a:srgbClr val="223655"/>
              </a:solidFill>
              <a:latin typeface="Arial"/>
              <a:ea typeface="Arial"/>
              <a:cs typeface="Arial"/>
              <a:sym typeface="Arial"/>
            </a:endParaRPr>
          </a:p>
        </p:txBody>
      </p:sp>
      <p:sp>
        <p:nvSpPr>
          <p:cNvPr id="60" name="Google Shape;60;h53720d0b3e3b9657_0_0"/>
          <p:cNvSpPr txBox="1"/>
          <p:nvPr/>
        </p:nvSpPr>
        <p:spPr>
          <a:xfrm>
            <a:off x="5932576" y="1971396"/>
            <a:ext cx="5798400" cy="1647000"/>
          </a:xfrm>
          <a:prstGeom prst="rect">
            <a:avLst/>
          </a:prstGeom>
          <a:noFill/>
          <a:ln>
            <a:noFill/>
          </a:ln>
        </p:spPr>
        <p:txBody>
          <a:bodyPr anchorCtr="0" anchor="t" bIns="89700" lIns="89700" spcFirstLastPara="1" rIns="89700" wrap="square" tIns="89700">
            <a:spAutoFit/>
          </a:bodyPr>
          <a:lstStyle/>
          <a:p>
            <a:pPr indent="0" lvl="0" marL="0" marR="0" rtl="0" algn="l">
              <a:lnSpc>
                <a:spcPct val="115000"/>
              </a:lnSpc>
              <a:spcBef>
                <a:spcPts val="1046"/>
              </a:spcBef>
              <a:spcAft>
                <a:spcPts val="0"/>
              </a:spcAft>
              <a:buClr>
                <a:srgbClr val="000000"/>
              </a:buClr>
              <a:buSzPts val="1700"/>
              <a:buFont typeface="Arial"/>
              <a:buNone/>
            </a:pPr>
            <a:r>
              <a:rPr b="1" i="0" lang="en-CA" sz="1700" u="none" cap="none" strike="noStrike">
                <a:solidFill>
                  <a:srgbClr val="223655"/>
                </a:solidFill>
                <a:latin typeface="Arial"/>
                <a:ea typeface="Arial"/>
                <a:cs typeface="Arial"/>
                <a:sym typeface="Arial"/>
              </a:rPr>
              <a:t>At the podium</a:t>
            </a:r>
            <a:endParaRPr b="1" i="0" sz="1700" u="none" cap="none" strike="noStrike">
              <a:solidFill>
                <a:srgbClr val="223655"/>
              </a:solidFill>
              <a:latin typeface="Arial"/>
              <a:ea typeface="Arial"/>
              <a:cs typeface="Arial"/>
              <a:sym typeface="Arial"/>
            </a:endParaRPr>
          </a:p>
          <a:p>
            <a:pPr indent="-332184" lvl="0" marL="448448" marR="0" rtl="0" algn="l">
              <a:lnSpc>
                <a:spcPct val="115000"/>
              </a:lnSpc>
              <a:spcBef>
                <a:spcPts val="1831"/>
              </a:spcBef>
              <a:spcAft>
                <a:spcPts val="0"/>
              </a:spcAft>
              <a:buClr>
                <a:srgbClr val="223655"/>
              </a:buClr>
              <a:buSzPts val="1831"/>
              <a:buFont typeface="Arial"/>
              <a:buChar char="●"/>
            </a:pPr>
            <a:r>
              <a:rPr b="0" i="0" lang="en-CA" sz="1831" u="none" cap="none" strike="noStrike">
                <a:solidFill>
                  <a:srgbClr val="223655"/>
                </a:solidFill>
                <a:latin typeface="Arial"/>
                <a:ea typeface="Arial"/>
                <a:cs typeface="Arial"/>
                <a:sym typeface="Arial"/>
              </a:rPr>
              <a:t>Plug in the HDMI cable</a:t>
            </a:r>
            <a:endParaRPr b="0" i="0" sz="1831" u="none" cap="none" strike="noStrike">
              <a:solidFill>
                <a:srgbClr val="223655"/>
              </a:solidFill>
              <a:latin typeface="Arial"/>
              <a:ea typeface="Arial"/>
              <a:cs typeface="Arial"/>
              <a:sym typeface="Arial"/>
            </a:endParaRPr>
          </a:p>
          <a:p>
            <a:pPr indent="-332184" lvl="0" marL="448448" marR="0" rtl="0" algn="l">
              <a:lnSpc>
                <a:spcPct val="115000"/>
              </a:lnSpc>
              <a:spcBef>
                <a:spcPts val="0"/>
              </a:spcBef>
              <a:spcAft>
                <a:spcPts val="0"/>
              </a:spcAft>
              <a:buClr>
                <a:srgbClr val="223655"/>
              </a:buClr>
              <a:buSzPts val="1831"/>
              <a:buFont typeface="Arial"/>
              <a:buChar char="●"/>
            </a:pPr>
            <a:r>
              <a:rPr b="0" i="0" lang="en-CA" sz="1831" u="none" cap="none" strike="noStrike">
                <a:solidFill>
                  <a:srgbClr val="223655"/>
                </a:solidFill>
                <a:latin typeface="Arial"/>
                <a:ea typeface="Arial"/>
                <a:cs typeface="Arial"/>
                <a:sym typeface="Arial"/>
              </a:rPr>
              <a:t>If needed, use your USB-C to HDMI adapter</a:t>
            </a:r>
            <a:endParaRPr b="0" i="0" sz="1831" u="none" cap="none" strike="noStrike">
              <a:solidFill>
                <a:srgbClr val="223655"/>
              </a:solidFill>
              <a:latin typeface="Arial"/>
              <a:ea typeface="Arial"/>
              <a:cs typeface="Arial"/>
              <a:sym typeface="Arial"/>
            </a:endParaRPr>
          </a:p>
          <a:p>
            <a:pPr indent="-332184" lvl="0" marL="448448" marR="0" rtl="0" algn="l">
              <a:lnSpc>
                <a:spcPct val="115000"/>
              </a:lnSpc>
              <a:spcBef>
                <a:spcPts val="0"/>
              </a:spcBef>
              <a:spcAft>
                <a:spcPts val="0"/>
              </a:spcAft>
              <a:buClr>
                <a:srgbClr val="223655"/>
              </a:buClr>
              <a:buSzPts val="1831"/>
              <a:buFont typeface="Arial"/>
              <a:buChar char="●"/>
            </a:pPr>
            <a:r>
              <a:rPr b="0" i="0" lang="en-CA" sz="1831" u="none" cap="none" strike="noStrike">
                <a:solidFill>
                  <a:srgbClr val="223655"/>
                </a:solidFill>
                <a:latin typeface="Arial"/>
                <a:ea typeface="Arial"/>
                <a:cs typeface="Arial"/>
                <a:sym typeface="Arial"/>
              </a:rPr>
              <a:t>On Mac, click “Allow” if prompted</a:t>
            </a:r>
            <a:endParaRPr b="0" i="0" sz="1439" u="none" cap="none" strike="noStrike">
              <a:solidFill>
                <a:srgbClr val="223655"/>
              </a:solidFill>
              <a:latin typeface="Arial"/>
              <a:ea typeface="Arial"/>
              <a:cs typeface="Arial"/>
              <a:sym typeface="Arial"/>
            </a:endParaRPr>
          </a:p>
        </p:txBody>
      </p:sp>
      <p:sp>
        <p:nvSpPr>
          <p:cNvPr id="61" name="Google Shape;61;h53720d0b3e3b9657_0_0"/>
          <p:cNvSpPr txBox="1"/>
          <p:nvPr/>
        </p:nvSpPr>
        <p:spPr>
          <a:xfrm>
            <a:off x="6135754" y="4635279"/>
            <a:ext cx="5663100" cy="1910400"/>
          </a:xfrm>
          <a:prstGeom prst="rect">
            <a:avLst/>
          </a:prstGeom>
          <a:noFill/>
          <a:ln>
            <a:noFill/>
          </a:ln>
        </p:spPr>
        <p:txBody>
          <a:bodyPr anchorCtr="0" anchor="t" bIns="89700" lIns="89700" spcFirstLastPara="1" rIns="89700" wrap="square" tIns="89700">
            <a:spAutoFit/>
          </a:bodyPr>
          <a:lstStyle/>
          <a:p>
            <a:pPr indent="0" lvl="0" marL="0" marR="0" rtl="0" algn="l">
              <a:lnSpc>
                <a:spcPct val="115000"/>
              </a:lnSpc>
              <a:spcBef>
                <a:spcPts val="1046"/>
              </a:spcBef>
              <a:spcAft>
                <a:spcPts val="0"/>
              </a:spcAft>
              <a:buClr>
                <a:srgbClr val="000000"/>
              </a:buClr>
              <a:buSzPts val="1831"/>
              <a:buFont typeface="Arial"/>
              <a:buNone/>
            </a:pPr>
            <a:r>
              <a:rPr b="1" i="0" lang="en-CA" sz="1831" u="sng" cap="none" strike="noStrike">
                <a:solidFill>
                  <a:srgbClr val="223655"/>
                </a:solidFill>
                <a:latin typeface="Arial"/>
                <a:ea typeface="Arial"/>
                <a:cs typeface="Arial"/>
                <a:sym typeface="Arial"/>
              </a:rPr>
              <a:t>Using PC</a:t>
            </a:r>
            <a:endParaRPr b="1" i="0" sz="1831" u="sng" cap="none" strike="noStrike">
              <a:solidFill>
                <a:srgbClr val="223655"/>
              </a:solidFill>
              <a:latin typeface="Arial"/>
              <a:ea typeface="Arial"/>
              <a:cs typeface="Arial"/>
              <a:sym typeface="Arial"/>
            </a:endParaRPr>
          </a:p>
          <a:p>
            <a:pPr indent="-332184" lvl="0" marL="448448" marR="0" rtl="0" algn="l">
              <a:lnSpc>
                <a:spcPct val="115000"/>
              </a:lnSpc>
              <a:spcBef>
                <a:spcPts val="1177"/>
              </a:spcBef>
              <a:spcAft>
                <a:spcPts val="0"/>
              </a:spcAft>
              <a:buClr>
                <a:srgbClr val="223655"/>
              </a:buClr>
              <a:buSzPts val="1831"/>
              <a:buFont typeface="Arial"/>
              <a:buChar char="●"/>
            </a:pPr>
            <a:r>
              <a:rPr b="0" i="0" lang="en-CA" sz="1831" u="none" cap="none" strike="noStrike">
                <a:solidFill>
                  <a:srgbClr val="223655"/>
                </a:solidFill>
                <a:latin typeface="Arial"/>
                <a:ea typeface="Arial"/>
                <a:cs typeface="Arial"/>
                <a:sym typeface="Arial"/>
              </a:rPr>
              <a:t>Press ⊞Win + P, then select “Extend”</a:t>
            </a:r>
            <a:endParaRPr b="0" i="0" sz="1831" u="none" cap="none" strike="noStrike">
              <a:solidFill>
                <a:srgbClr val="223655"/>
              </a:solidFill>
              <a:latin typeface="Arial"/>
              <a:ea typeface="Arial"/>
              <a:cs typeface="Arial"/>
              <a:sym typeface="Arial"/>
            </a:endParaRPr>
          </a:p>
          <a:p>
            <a:pPr indent="-332184" lvl="0" marL="448448" marR="0" rtl="0" algn="l">
              <a:lnSpc>
                <a:spcPct val="115000"/>
              </a:lnSpc>
              <a:spcBef>
                <a:spcPts val="0"/>
              </a:spcBef>
              <a:spcAft>
                <a:spcPts val="0"/>
              </a:spcAft>
              <a:buClr>
                <a:srgbClr val="223655"/>
              </a:buClr>
              <a:buSzPts val="1831"/>
              <a:buFont typeface="Arial"/>
              <a:buChar char="●"/>
            </a:pPr>
            <a:r>
              <a:rPr b="0" i="0" lang="en-CA" sz="1831" u="none" cap="none" strike="noStrike">
                <a:solidFill>
                  <a:srgbClr val="223655"/>
                </a:solidFill>
                <a:latin typeface="Arial"/>
                <a:ea typeface="Arial"/>
                <a:cs typeface="Arial"/>
                <a:sym typeface="Arial"/>
              </a:rPr>
              <a:t>Or: Right-click on the Desktop &gt; Display Settings</a:t>
            </a:r>
            <a:endParaRPr b="0" i="0" sz="1831" u="none" cap="none" strike="noStrike">
              <a:solidFill>
                <a:srgbClr val="223655"/>
              </a:solidFill>
              <a:latin typeface="Arial"/>
              <a:ea typeface="Arial"/>
              <a:cs typeface="Arial"/>
              <a:sym typeface="Arial"/>
            </a:endParaRPr>
          </a:p>
          <a:p>
            <a:pPr indent="-332184" lvl="0" marL="448448" marR="0" rtl="0" algn="l">
              <a:lnSpc>
                <a:spcPct val="115000"/>
              </a:lnSpc>
              <a:spcBef>
                <a:spcPts val="0"/>
              </a:spcBef>
              <a:spcAft>
                <a:spcPts val="0"/>
              </a:spcAft>
              <a:buClr>
                <a:srgbClr val="223655"/>
              </a:buClr>
              <a:buSzPts val="1831"/>
              <a:buFont typeface="Arial"/>
              <a:buChar char="●"/>
            </a:pPr>
            <a:r>
              <a:rPr b="0" i="0" lang="en-CA" sz="1831" u="none" cap="none" strike="noStrike">
                <a:solidFill>
                  <a:srgbClr val="223655"/>
                </a:solidFill>
                <a:latin typeface="Arial"/>
                <a:ea typeface="Arial"/>
                <a:cs typeface="Arial"/>
                <a:sym typeface="Arial"/>
              </a:rPr>
              <a:t>Under Multiple Displays, select “Extend these displays”</a:t>
            </a:r>
            <a:endParaRPr b="0" i="0" sz="1439" u="none" cap="none" strike="noStrike">
              <a:solidFill>
                <a:srgbClr val="223655"/>
              </a:solidFill>
              <a:latin typeface="Arial"/>
              <a:ea typeface="Arial"/>
              <a:cs typeface="Arial"/>
              <a:sym typeface="Arial"/>
            </a:endParaRPr>
          </a:p>
        </p:txBody>
      </p:sp>
      <p:sp>
        <p:nvSpPr>
          <p:cNvPr id="62" name="Google Shape;62;h53720d0b3e3b9657_0_0"/>
          <p:cNvSpPr txBox="1"/>
          <p:nvPr/>
        </p:nvSpPr>
        <p:spPr>
          <a:xfrm>
            <a:off x="529597" y="4118781"/>
            <a:ext cx="9708900" cy="483000"/>
          </a:xfrm>
          <a:prstGeom prst="rect">
            <a:avLst/>
          </a:prstGeom>
          <a:noFill/>
          <a:ln>
            <a:noFill/>
          </a:ln>
        </p:spPr>
        <p:txBody>
          <a:bodyPr anchorCtr="0" anchor="t" bIns="89700" lIns="89700" spcFirstLastPara="1" rIns="89700" wrap="square" tIns="89700">
            <a:spAutoFit/>
          </a:bodyPr>
          <a:lstStyle/>
          <a:p>
            <a:pPr indent="0" lvl="0" marL="0" marR="0" rtl="0" algn="l">
              <a:lnSpc>
                <a:spcPct val="115000"/>
              </a:lnSpc>
              <a:spcBef>
                <a:spcPts val="1177"/>
              </a:spcBef>
              <a:spcAft>
                <a:spcPts val="1177"/>
              </a:spcAft>
              <a:buClr>
                <a:srgbClr val="000000"/>
              </a:buClr>
              <a:buSzPts val="1962"/>
              <a:buFont typeface="Arial"/>
              <a:buNone/>
            </a:pPr>
            <a:r>
              <a:rPr b="1" i="0" lang="en-CA" sz="1962" u="sng" cap="none" strike="noStrike">
                <a:solidFill>
                  <a:srgbClr val="223655"/>
                </a:solidFill>
                <a:latin typeface="Arial"/>
                <a:ea typeface="Arial"/>
                <a:cs typeface="Arial"/>
                <a:sym typeface="Arial"/>
              </a:rPr>
              <a:t>USE “EXTENDED DISPLAY” MODE (NOT MIRRORED)</a:t>
            </a:r>
            <a:endParaRPr b="1" i="0" sz="1962" u="sng" cap="none" strike="noStrike">
              <a:solidFill>
                <a:srgbClr val="223655"/>
              </a:solidFill>
              <a:latin typeface="Arial"/>
              <a:ea typeface="Arial"/>
              <a:cs typeface="Arial"/>
              <a:sym typeface="Arial"/>
            </a:endParaRPr>
          </a:p>
        </p:txBody>
      </p:sp>
      <p:sp>
        <p:nvSpPr>
          <p:cNvPr id="63" name="Google Shape;63;h53720d0b3e3b9657_0_0"/>
          <p:cNvSpPr txBox="1"/>
          <p:nvPr/>
        </p:nvSpPr>
        <p:spPr>
          <a:xfrm>
            <a:off x="76276" y="-85326"/>
            <a:ext cx="11654700" cy="1201800"/>
          </a:xfrm>
          <a:prstGeom prst="rect">
            <a:avLst/>
          </a:prstGeom>
          <a:noFill/>
          <a:ln>
            <a:noFill/>
          </a:ln>
        </p:spPr>
        <p:txBody>
          <a:bodyPr anchorCtr="0" anchor="b" bIns="119575" lIns="119575" spcFirstLastPara="1" rIns="119575" wrap="square" tIns="119575">
            <a:normAutofit fontScale="70000" lnSpcReduction="20000"/>
          </a:bodyPr>
          <a:lstStyle/>
          <a:p>
            <a:pPr indent="0" lvl="0" marL="0" marR="0" rtl="0" algn="l">
              <a:lnSpc>
                <a:spcPct val="90000"/>
              </a:lnSpc>
              <a:spcBef>
                <a:spcPts val="0"/>
              </a:spcBef>
              <a:spcAft>
                <a:spcPts val="0"/>
              </a:spcAft>
              <a:buClr>
                <a:srgbClr val="000000"/>
              </a:buClr>
              <a:buSzPct val="100000"/>
              <a:buFont typeface="Arial"/>
              <a:buNone/>
            </a:pPr>
            <a:r>
              <a:t/>
            </a:r>
            <a:endParaRPr b="1" i="0" sz="3400" u="none" cap="none" strike="noStrike">
              <a:solidFill>
                <a:srgbClr val="223655"/>
              </a:solidFill>
              <a:latin typeface="Arial"/>
              <a:ea typeface="Arial"/>
              <a:cs typeface="Arial"/>
              <a:sym typeface="Arial"/>
            </a:endParaRPr>
          </a:p>
          <a:p>
            <a:pPr indent="0" lvl="0" marL="0" marR="0" rtl="0" algn="l">
              <a:lnSpc>
                <a:spcPct val="90000"/>
              </a:lnSpc>
              <a:spcBef>
                <a:spcPts val="0"/>
              </a:spcBef>
              <a:spcAft>
                <a:spcPts val="0"/>
              </a:spcAft>
              <a:buClr>
                <a:srgbClr val="000000"/>
              </a:buClr>
              <a:buSzPct val="100000"/>
              <a:buFont typeface="Arial"/>
              <a:buNone/>
            </a:pPr>
            <a:r>
              <a:rPr b="1" i="0" lang="en-CA" sz="4299" u="none" cap="none" strike="noStrike">
                <a:solidFill>
                  <a:schemeClr val="lt1"/>
                </a:solidFill>
                <a:latin typeface="Arial"/>
                <a:ea typeface="Arial"/>
                <a:cs typeface="Arial"/>
                <a:sym typeface="Arial"/>
              </a:rPr>
              <a:t>Connecting Your Laptop to Present </a:t>
            </a:r>
            <a:br>
              <a:rPr b="1" i="0" lang="en-CA" sz="3400" u="none" cap="none" strike="noStrike">
                <a:solidFill>
                  <a:srgbClr val="223655"/>
                </a:solidFill>
                <a:latin typeface="Arial"/>
                <a:ea typeface="Arial"/>
                <a:cs typeface="Arial"/>
                <a:sym typeface="Arial"/>
              </a:rPr>
            </a:br>
            <a:endParaRPr b="0" i="0" sz="392" u="none" cap="none" strike="noStrike">
              <a:solidFill>
                <a:srgbClr val="223655"/>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t/>
            </a:r>
            <a:endParaRPr b="0" i="0" sz="3662" u="none" cap="none" strike="noStrike">
              <a:solidFill>
                <a:srgbClr val="223655"/>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h53720d0b3e3b9657_0_5"/>
          <p:cNvSpPr txBox="1"/>
          <p:nvPr/>
        </p:nvSpPr>
        <p:spPr>
          <a:xfrm>
            <a:off x="105775" y="-71775"/>
            <a:ext cx="11835000" cy="1221000"/>
          </a:xfrm>
          <a:prstGeom prst="rect">
            <a:avLst/>
          </a:prstGeom>
          <a:noFill/>
          <a:ln>
            <a:noFill/>
          </a:ln>
        </p:spPr>
        <p:txBody>
          <a:bodyPr anchorCtr="0" anchor="b" bIns="121450" lIns="121450" spcFirstLastPara="1" rIns="121450" wrap="square" tIns="121450">
            <a:normAutofit fontScale="70000" lnSpcReduction="20000"/>
          </a:bodyPr>
          <a:lstStyle/>
          <a:p>
            <a:pPr indent="0" lvl="0" marL="0" marR="0" rtl="0" algn="l">
              <a:lnSpc>
                <a:spcPct val="90000"/>
              </a:lnSpc>
              <a:spcBef>
                <a:spcPts val="0"/>
              </a:spcBef>
              <a:spcAft>
                <a:spcPts val="0"/>
              </a:spcAft>
              <a:buClr>
                <a:srgbClr val="000000"/>
              </a:buClr>
              <a:buSzPct val="100000"/>
              <a:buFont typeface="Arial"/>
              <a:buNone/>
            </a:pPr>
            <a:r>
              <a:t/>
            </a:r>
            <a:endParaRPr b="1" i="0" sz="3453" u="none" cap="none" strike="noStrike">
              <a:solidFill>
                <a:schemeClr val="lt1"/>
              </a:solidFill>
              <a:latin typeface="Arial"/>
              <a:ea typeface="Arial"/>
              <a:cs typeface="Arial"/>
              <a:sym typeface="Arial"/>
            </a:endParaRPr>
          </a:p>
          <a:p>
            <a:pPr indent="0" lvl="0" marL="0" marR="0" rtl="0" algn="l">
              <a:lnSpc>
                <a:spcPct val="90000"/>
              </a:lnSpc>
              <a:spcBef>
                <a:spcPts val="0"/>
              </a:spcBef>
              <a:spcAft>
                <a:spcPts val="0"/>
              </a:spcAft>
              <a:buClr>
                <a:srgbClr val="000000"/>
              </a:buClr>
              <a:buSzPct val="100000"/>
              <a:buFont typeface="Arial"/>
              <a:buNone/>
            </a:pPr>
            <a:r>
              <a:rPr b="1" i="0" lang="en-CA" sz="4365" u="none" cap="none" strike="noStrike">
                <a:solidFill>
                  <a:schemeClr val="lt1"/>
                </a:solidFill>
                <a:latin typeface="Arial"/>
                <a:ea typeface="Arial"/>
                <a:cs typeface="Arial"/>
                <a:sym typeface="Arial"/>
              </a:rPr>
              <a:t>Connecting Your Laptop to Present </a:t>
            </a:r>
            <a:br>
              <a:rPr b="1" i="0" lang="en-CA" sz="3453" u="none" cap="none" strike="noStrike">
                <a:solidFill>
                  <a:schemeClr val="lt1"/>
                </a:solidFill>
                <a:latin typeface="Arial"/>
                <a:ea typeface="Arial"/>
                <a:cs typeface="Arial"/>
                <a:sym typeface="Arial"/>
              </a:rPr>
            </a:br>
            <a:endParaRPr b="0" i="0" sz="398"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t/>
            </a:r>
            <a:endParaRPr b="0" i="0" sz="3719" u="none" cap="none" strike="noStrike">
              <a:solidFill>
                <a:schemeClr val="lt1"/>
              </a:solidFill>
              <a:latin typeface="Arial"/>
              <a:ea typeface="Arial"/>
              <a:cs typeface="Arial"/>
              <a:sym typeface="Arial"/>
            </a:endParaRPr>
          </a:p>
        </p:txBody>
      </p:sp>
      <p:sp>
        <p:nvSpPr>
          <p:cNvPr id="69" name="Google Shape;69;h53720d0b3e3b9657_0_5"/>
          <p:cNvSpPr txBox="1"/>
          <p:nvPr/>
        </p:nvSpPr>
        <p:spPr>
          <a:xfrm>
            <a:off x="907374" y="1681137"/>
            <a:ext cx="4803300" cy="2884200"/>
          </a:xfrm>
          <a:prstGeom prst="rect">
            <a:avLst/>
          </a:prstGeom>
          <a:noFill/>
          <a:ln>
            <a:noFill/>
          </a:ln>
        </p:spPr>
        <p:txBody>
          <a:bodyPr anchorCtr="0" anchor="t" bIns="91050" lIns="91050" spcFirstLastPara="1" rIns="91050" wrap="square" tIns="91050">
            <a:spAutoFit/>
          </a:bodyPr>
          <a:lstStyle/>
          <a:p>
            <a:pPr indent="0" lvl="0" marL="0" marR="0" rtl="0" algn="l">
              <a:lnSpc>
                <a:spcPct val="115000"/>
              </a:lnSpc>
              <a:spcBef>
                <a:spcPts val="1062"/>
              </a:spcBef>
              <a:spcAft>
                <a:spcPts val="0"/>
              </a:spcAft>
              <a:buClr>
                <a:srgbClr val="000000"/>
              </a:buClr>
              <a:buSzPts val="1859"/>
              <a:buFont typeface="Arial"/>
              <a:buNone/>
            </a:pPr>
            <a:r>
              <a:rPr b="1" i="0" lang="en-CA" sz="1859" u="none" cap="none" strike="noStrike">
                <a:solidFill>
                  <a:srgbClr val="223655"/>
                </a:solidFill>
                <a:latin typeface="Arial"/>
                <a:ea typeface="Arial"/>
                <a:cs typeface="Arial"/>
                <a:sym typeface="Arial"/>
              </a:rPr>
              <a:t>When Using PowerPoint</a:t>
            </a:r>
            <a:endParaRPr b="1" i="0" sz="1859" u="none" cap="none" strike="noStrike">
              <a:solidFill>
                <a:srgbClr val="223655"/>
              </a:solidFill>
              <a:latin typeface="Arial"/>
              <a:ea typeface="Arial"/>
              <a:cs typeface="Arial"/>
              <a:sym typeface="Arial"/>
            </a:endParaRPr>
          </a:p>
          <a:p>
            <a:pPr indent="-337326" lvl="0" marL="455390" marR="0" rtl="0" algn="l">
              <a:lnSpc>
                <a:spcPct val="115000"/>
              </a:lnSpc>
              <a:spcBef>
                <a:spcPts val="1195"/>
              </a:spcBef>
              <a:spcAft>
                <a:spcPts val="0"/>
              </a:spcAft>
              <a:buClr>
                <a:srgbClr val="223655"/>
              </a:buClr>
              <a:buSzPts val="1859"/>
              <a:buFont typeface="Arial"/>
              <a:buChar char="●"/>
            </a:pPr>
            <a:r>
              <a:rPr b="0" i="0" lang="en-CA" sz="1859" u="none" cap="none" strike="noStrike">
                <a:solidFill>
                  <a:srgbClr val="223655"/>
                </a:solidFill>
                <a:latin typeface="Arial"/>
                <a:ea typeface="Arial"/>
                <a:cs typeface="Arial"/>
                <a:sym typeface="Arial"/>
              </a:rPr>
              <a:t>Start slideshow: ⌘Cmd + Enter (Mac) or F5 (PC)</a:t>
            </a:r>
            <a:endParaRPr b="0" i="0" sz="1859" u="none" cap="none" strike="noStrike">
              <a:solidFill>
                <a:srgbClr val="223655"/>
              </a:solidFill>
              <a:latin typeface="Arial"/>
              <a:ea typeface="Arial"/>
              <a:cs typeface="Arial"/>
              <a:sym typeface="Arial"/>
            </a:endParaRPr>
          </a:p>
          <a:p>
            <a:pPr indent="-337326" lvl="0" marL="455390" marR="0" rtl="0" algn="l">
              <a:lnSpc>
                <a:spcPct val="115000"/>
              </a:lnSpc>
              <a:spcBef>
                <a:spcPts val="0"/>
              </a:spcBef>
              <a:spcAft>
                <a:spcPts val="0"/>
              </a:spcAft>
              <a:buClr>
                <a:srgbClr val="223655"/>
              </a:buClr>
              <a:buSzPts val="1859"/>
              <a:buFont typeface="Arial"/>
              <a:buChar char="●"/>
            </a:pPr>
            <a:r>
              <a:rPr b="0" i="0" lang="en-CA" sz="1859" u="none" cap="none" strike="noStrike">
                <a:solidFill>
                  <a:srgbClr val="223655"/>
                </a:solidFill>
                <a:latin typeface="Arial"/>
                <a:ea typeface="Arial"/>
                <a:cs typeface="Arial"/>
                <a:sym typeface="Arial"/>
              </a:rPr>
              <a:t>Or: Click Slide Show &gt; Play from Start</a:t>
            </a:r>
            <a:endParaRPr b="0" i="0" sz="1859" u="none" cap="none" strike="noStrike">
              <a:solidFill>
                <a:srgbClr val="223655"/>
              </a:solidFill>
              <a:latin typeface="Arial"/>
              <a:ea typeface="Arial"/>
              <a:cs typeface="Arial"/>
              <a:sym typeface="Arial"/>
            </a:endParaRPr>
          </a:p>
          <a:p>
            <a:pPr indent="-337326" lvl="0" marL="455390" marR="0" rtl="0" algn="l">
              <a:lnSpc>
                <a:spcPct val="115000"/>
              </a:lnSpc>
              <a:spcBef>
                <a:spcPts val="0"/>
              </a:spcBef>
              <a:spcAft>
                <a:spcPts val="0"/>
              </a:spcAft>
              <a:buClr>
                <a:srgbClr val="223655"/>
              </a:buClr>
              <a:buSzPts val="1859"/>
              <a:buFont typeface="Arial"/>
              <a:buChar char="●"/>
            </a:pPr>
            <a:r>
              <a:rPr b="0" i="0" lang="en-CA" sz="1859" u="none" cap="none" strike="noStrike">
                <a:solidFill>
                  <a:srgbClr val="223655"/>
                </a:solidFill>
                <a:latin typeface="Arial"/>
                <a:ea typeface="Arial"/>
                <a:cs typeface="Arial"/>
                <a:sym typeface="Arial"/>
              </a:rPr>
              <a:t>If notes show on the wrong screen, click “Swap Displays”</a:t>
            </a:r>
            <a:endParaRPr b="0" i="0" sz="1859" u="none" cap="none" strike="noStrike">
              <a:solidFill>
                <a:srgbClr val="223655"/>
              </a:solidFill>
              <a:latin typeface="Arial"/>
              <a:ea typeface="Arial"/>
              <a:cs typeface="Arial"/>
              <a:sym typeface="Arial"/>
            </a:endParaRPr>
          </a:p>
          <a:p>
            <a:pPr indent="-337326" lvl="0" marL="455390" marR="0" rtl="0" algn="l">
              <a:lnSpc>
                <a:spcPct val="100000"/>
              </a:lnSpc>
              <a:spcBef>
                <a:spcPts val="0"/>
              </a:spcBef>
              <a:spcAft>
                <a:spcPts val="0"/>
              </a:spcAft>
              <a:buClr>
                <a:srgbClr val="223655"/>
              </a:buClr>
              <a:buSzPts val="1859"/>
              <a:buFont typeface="Arial"/>
              <a:buChar char="●"/>
            </a:pPr>
            <a:r>
              <a:rPr b="1" i="0" lang="en-CA" sz="1859" u="none" cap="none" strike="noStrike">
                <a:solidFill>
                  <a:srgbClr val="223655"/>
                </a:solidFill>
                <a:latin typeface="Arial"/>
                <a:ea typeface="Arial"/>
                <a:cs typeface="Arial"/>
                <a:sym typeface="Arial"/>
              </a:rPr>
              <a:t>https://www.youtube.com/watch?v=gQ3D4m-5pww</a:t>
            </a:r>
            <a:endParaRPr b="0" i="0" sz="1859" u="none" cap="none" strike="noStrike">
              <a:solidFill>
                <a:srgbClr val="223655"/>
              </a:solidFill>
              <a:latin typeface="Arial"/>
              <a:ea typeface="Arial"/>
              <a:cs typeface="Arial"/>
              <a:sym typeface="Arial"/>
            </a:endParaRPr>
          </a:p>
        </p:txBody>
      </p:sp>
      <p:sp>
        <p:nvSpPr>
          <p:cNvPr id="70" name="Google Shape;70;h53720d0b3e3b9657_0_5"/>
          <p:cNvSpPr txBox="1"/>
          <p:nvPr/>
        </p:nvSpPr>
        <p:spPr>
          <a:xfrm>
            <a:off x="6335832" y="1681137"/>
            <a:ext cx="4803300" cy="4200900"/>
          </a:xfrm>
          <a:prstGeom prst="rect">
            <a:avLst/>
          </a:prstGeom>
          <a:noFill/>
          <a:ln>
            <a:noFill/>
          </a:ln>
        </p:spPr>
        <p:txBody>
          <a:bodyPr anchorCtr="0" anchor="t" bIns="91050" lIns="91050" spcFirstLastPara="1" rIns="91050" wrap="square" tIns="91050">
            <a:spAutoFit/>
          </a:bodyPr>
          <a:lstStyle/>
          <a:p>
            <a:pPr indent="0" lvl="0" marL="0" marR="0" rtl="0" algn="l">
              <a:lnSpc>
                <a:spcPct val="115000"/>
              </a:lnSpc>
              <a:spcBef>
                <a:spcPts val="1062"/>
              </a:spcBef>
              <a:spcAft>
                <a:spcPts val="0"/>
              </a:spcAft>
              <a:buClr>
                <a:srgbClr val="000000"/>
              </a:buClr>
              <a:buSzPts val="1859"/>
              <a:buFont typeface="Arial"/>
              <a:buNone/>
            </a:pPr>
            <a:r>
              <a:rPr b="1" i="0" lang="en-CA" sz="1859" u="none" cap="none" strike="noStrike">
                <a:solidFill>
                  <a:srgbClr val="223655"/>
                </a:solidFill>
                <a:latin typeface="Arial"/>
                <a:ea typeface="Arial"/>
                <a:cs typeface="Arial"/>
                <a:sym typeface="Arial"/>
              </a:rPr>
              <a:t>Google Slides</a:t>
            </a:r>
            <a:endParaRPr b="1" i="0" sz="1859" u="none" cap="none" strike="noStrike">
              <a:solidFill>
                <a:srgbClr val="223655"/>
              </a:solidFill>
              <a:latin typeface="Arial"/>
              <a:ea typeface="Arial"/>
              <a:cs typeface="Arial"/>
              <a:sym typeface="Arial"/>
            </a:endParaRPr>
          </a:p>
          <a:p>
            <a:pPr indent="-337326" lvl="0" marL="455390" marR="0" rtl="0" algn="l">
              <a:lnSpc>
                <a:spcPct val="115000"/>
              </a:lnSpc>
              <a:spcBef>
                <a:spcPts val="1195"/>
              </a:spcBef>
              <a:spcAft>
                <a:spcPts val="0"/>
              </a:spcAft>
              <a:buClr>
                <a:srgbClr val="223655"/>
              </a:buClr>
              <a:buSzPts val="1859"/>
              <a:buFont typeface="Arial"/>
              <a:buChar char="●"/>
            </a:pPr>
            <a:r>
              <a:rPr b="0" i="0" lang="en-CA" sz="1859" u="none" cap="none" strike="noStrike">
                <a:solidFill>
                  <a:srgbClr val="223655"/>
                </a:solidFill>
                <a:latin typeface="Arial"/>
                <a:ea typeface="Arial"/>
                <a:cs typeface="Arial"/>
                <a:sym typeface="Arial"/>
              </a:rPr>
              <a:t>Use Google Chrome as your browser</a:t>
            </a:r>
            <a:endParaRPr b="0" i="0" sz="1859" u="none" cap="none" strike="noStrike">
              <a:solidFill>
                <a:srgbClr val="223655"/>
              </a:solidFill>
              <a:latin typeface="Arial"/>
              <a:ea typeface="Arial"/>
              <a:cs typeface="Arial"/>
              <a:sym typeface="Arial"/>
            </a:endParaRPr>
          </a:p>
          <a:p>
            <a:pPr indent="-337326" lvl="0" marL="455390" marR="0" rtl="0" algn="l">
              <a:lnSpc>
                <a:spcPct val="115000"/>
              </a:lnSpc>
              <a:spcBef>
                <a:spcPts val="0"/>
              </a:spcBef>
              <a:spcAft>
                <a:spcPts val="0"/>
              </a:spcAft>
              <a:buClr>
                <a:srgbClr val="223655"/>
              </a:buClr>
              <a:buSzPts val="1859"/>
              <a:buFont typeface="Arial"/>
              <a:buChar char="●"/>
            </a:pPr>
            <a:r>
              <a:rPr b="0" i="0" lang="en-CA" sz="1859" u="none" cap="none" strike="noStrike">
                <a:solidFill>
                  <a:srgbClr val="223655"/>
                </a:solidFill>
                <a:latin typeface="Arial"/>
                <a:ea typeface="Arial"/>
                <a:cs typeface="Arial"/>
                <a:sym typeface="Arial"/>
              </a:rPr>
              <a:t>Click the dropdown next to ‘Slideshow’ &gt; select Presentation Display Options</a:t>
            </a:r>
            <a:endParaRPr b="0" i="0" sz="1859" u="none" cap="none" strike="noStrike">
              <a:solidFill>
                <a:srgbClr val="223655"/>
              </a:solidFill>
              <a:latin typeface="Arial"/>
              <a:ea typeface="Arial"/>
              <a:cs typeface="Arial"/>
              <a:sym typeface="Arial"/>
            </a:endParaRPr>
          </a:p>
          <a:p>
            <a:pPr indent="-337326" lvl="0" marL="455390" marR="0" rtl="0" algn="l">
              <a:lnSpc>
                <a:spcPct val="115000"/>
              </a:lnSpc>
              <a:spcBef>
                <a:spcPts val="0"/>
              </a:spcBef>
              <a:spcAft>
                <a:spcPts val="0"/>
              </a:spcAft>
              <a:buClr>
                <a:srgbClr val="223655"/>
              </a:buClr>
              <a:buSzPts val="1859"/>
              <a:buFont typeface="Arial"/>
              <a:buChar char="●"/>
            </a:pPr>
            <a:r>
              <a:rPr b="0" i="0" lang="en-CA" sz="1859" u="none" cap="none" strike="noStrike">
                <a:solidFill>
                  <a:srgbClr val="223655"/>
                </a:solidFill>
                <a:latin typeface="Arial"/>
                <a:ea typeface="Arial"/>
                <a:cs typeface="Arial"/>
                <a:sym typeface="Arial"/>
              </a:rPr>
              <a:t>Check “Presenter View” and “Full Screen”</a:t>
            </a:r>
            <a:endParaRPr b="0" i="0" sz="1859" u="none" cap="none" strike="noStrike">
              <a:solidFill>
                <a:srgbClr val="223655"/>
              </a:solidFill>
              <a:latin typeface="Arial"/>
              <a:ea typeface="Arial"/>
              <a:cs typeface="Arial"/>
              <a:sym typeface="Arial"/>
            </a:endParaRPr>
          </a:p>
          <a:p>
            <a:pPr indent="-337326" lvl="0" marL="455390" marR="0" rtl="0" algn="l">
              <a:lnSpc>
                <a:spcPct val="115000"/>
              </a:lnSpc>
              <a:spcBef>
                <a:spcPts val="0"/>
              </a:spcBef>
              <a:spcAft>
                <a:spcPts val="0"/>
              </a:spcAft>
              <a:buClr>
                <a:srgbClr val="223655"/>
              </a:buClr>
              <a:buSzPts val="1859"/>
              <a:buFont typeface="Arial"/>
              <a:buChar char="●"/>
            </a:pPr>
            <a:r>
              <a:rPr b="0" i="0" lang="en-CA" sz="1859" u="none" cap="none" strike="noStrike">
                <a:solidFill>
                  <a:srgbClr val="223655"/>
                </a:solidFill>
                <a:latin typeface="Arial"/>
                <a:ea typeface="Arial"/>
                <a:cs typeface="Arial"/>
                <a:sym typeface="Arial"/>
              </a:rPr>
              <a:t>If prompted, select "Allow"</a:t>
            </a:r>
            <a:endParaRPr b="0" i="0" sz="1859" u="none" cap="none" strike="noStrike">
              <a:solidFill>
                <a:srgbClr val="223655"/>
              </a:solidFill>
              <a:latin typeface="Arial"/>
              <a:ea typeface="Arial"/>
              <a:cs typeface="Arial"/>
              <a:sym typeface="Arial"/>
            </a:endParaRPr>
          </a:p>
          <a:p>
            <a:pPr indent="-337326" lvl="0" marL="455390" marR="0" rtl="0" algn="l">
              <a:lnSpc>
                <a:spcPct val="115000"/>
              </a:lnSpc>
              <a:spcBef>
                <a:spcPts val="0"/>
              </a:spcBef>
              <a:spcAft>
                <a:spcPts val="0"/>
              </a:spcAft>
              <a:buClr>
                <a:srgbClr val="223655"/>
              </a:buClr>
              <a:buSzPts val="1859"/>
              <a:buFont typeface="Arial"/>
              <a:buChar char="●"/>
            </a:pPr>
            <a:r>
              <a:rPr b="0" i="0" lang="en-CA" sz="1859" u="none" cap="none" strike="noStrike">
                <a:solidFill>
                  <a:srgbClr val="223655"/>
                </a:solidFill>
                <a:latin typeface="Arial"/>
                <a:ea typeface="Arial"/>
                <a:cs typeface="Arial"/>
                <a:sym typeface="Arial"/>
              </a:rPr>
              <a:t>Choose the external display (may have a strange name like PanasonicXYZ)</a:t>
            </a:r>
            <a:endParaRPr b="0" i="0" sz="1859" u="none" cap="none" strike="noStrike">
              <a:solidFill>
                <a:srgbClr val="223655"/>
              </a:solidFill>
              <a:latin typeface="Arial"/>
              <a:ea typeface="Arial"/>
              <a:cs typeface="Arial"/>
              <a:sym typeface="Arial"/>
            </a:endParaRPr>
          </a:p>
          <a:p>
            <a:pPr indent="-337326" lvl="0" marL="455390" marR="0" rtl="0" algn="l">
              <a:lnSpc>
                <a:spcPct val="115000"/>
              </a:lnSpc>
              <a:spcBef>
                <a:spcPts val="0"/>
              </a:spcBef>
              <a:spcAft>
                <a:spcPts val="0"/>
              </a:spcAft>
              <a:buClr>
                <a:srgbClr val="223655"/>
              </a:buClr>
              <a:buSzPts val="1859"/>
              <a:buFont typeface="Arial"/>
              <a:buChar char="●"/>
            </a:pPr>
            <a:r>
              <a:rPr b="0" i="0" lang="en-CA" sz="1859" u="none" cap="none" strike="noStrike">
                <a:solidFill>
                  <a:srgbClr val="223655"/>
                </a:solidFill>
                <a:latin typeface="Arial"/>
                <a:ea typeface="Arial"/>
                <a:cs typeface="Arial"/>
                <a:sym typeface="Arial"/>
              </a:rPr>
              <a:t>Click Start Slideshow</a:t>
            </a:r>
            <a:endParaRPr b="0" i="0" sz="1859" u="none" cap="none" strike="noStrike">
              <a:solidFill>
                <a:srgbClr val="223655"/>
              </a:solidFill>
              <a:latin typeface="Arial"/>
              <a:ea typeface="Arial"/>
              <a:cs typeface="Arial"/>
              <a:sym typeface="Arial"/>
            </a:endParaRPr>
          </a:p>
          <a:p>
            <a:pPr indent="-337326" lvl="0" marL="455390" marR="0" rtl="0" algn="l">
              <a:lnSpc>
                <a:spcPct val="100000"/>
              </a:lnSpc>
              <a:spcBef>
                <a:spcPts val="0"/>
              </a:spcBef>
              <a:spcAft>
                <a:spcPts val="0"/>
              </a:spcAft>
              <a:buClr>
                <a:srgbClr val="223655"/>
              </a:buClr>
              <a:buSzPts val="1859"/>
              <a:buFont typeface="Arial"/>
              <a:buChar char="●"/>
            </a:pPr>
            <a:r>
              <a:rPr b="1" i="0" lang="en-CA" sz="1859" u="none" cap="none" strike="noStrike">
                <a:solidFill>
                  <a:srgbClr val="223655"/>
                </a:solidFill>
                <a:latin typeface="Arial"/>
                <a:ea typeface="Arial"/>
                <a:cs typeface="Arial"/>
                <a:sym typeface="Arial"/>
              </a:rPr>
              <a:t>https://www.youtube.com/watch?v=-GT7WCvPcys</a:t>
            </a:r>
            <a:endParaRPr b="1" i="0" sz="1859" u="none" cap="none" strike="noStrike">
              <a:solidFill>
                <a:srgbClr val="223655"/>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2"/>
          <p:cNvSpPr txBox="1"/>
          <p:nvPr/>
        </p:nvSpPr>
        <p:spPr>
          <a:xfrm>
            <a:off x="729046" y="3017979"/>
            <a:ext cx="10515600"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lt1"/>
              </a:buClr>
              <a:buSzPts val="3600"/>
              <a:buFont typeface="Arial"/>
              <a:buNone/>
            </a:pPr>
            <a:r>
              <a:rPr b="0" i="1" lang="en-CA" sz="3600" u="none" cap="none" strike="noStrike">
                <a:solidFill>
                  <a:schemeClr val="lt1"/>
                </a:solidFill>
                <a:latin typeface="Arial"/>
                <a:ea typeface="Arial"/>
                <a:cs typeface="Arial"/>
                <a:sym typeface="Arial"/>
              </a:rPr>
              <a:t>Speaker Name</a:t>
            </a:r>
            <a:endParaRPr b="0" i="0" sz="1400" u="none" cap="none" strike="noStrike">
              <a:solidFill>
                <a:schemeClr val="lt1"/>
              </a:solidFill>
              <a:latin typeface="Arial"/>
              <a:ea typeface="Arial"/>
              <a:cs typeface="Arial"/>
              <a:sym typeface="Arial"/>
            </a:endParaRPr>
          </a:p>
        </p:txBody>
      </p:sp>
      <p:sp>
        <p:nvSpPr>
          <p:cNvPr id="80" name="Google Shape;80;p2"/>
          <p:cNvSpPr txBox="1"/>
          <p:nvPr/>
        </p:nvSpPr>
        <p:spPr>
          <a:xfrm>
            <a:off x="627791" y="2098709"/>
            <a:ext cx="10515600"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lt1"/>
              </a:buClr>
              <a:buSzPts val="7500"/>
              <a:buFont typeface="Arial"/>
              <a:buNone/>
            </a:pPr>
            <a:r>
              <a:rPr b="1" i="0" lang="en-CA" sz="7500" u="none" cap="none" strike="noStrike">
                <a:solidFill>
                  <a:schemeClr val="lt1"/>
                </a:solidFill>
                <a:latin typeface="Arial"/>
                <a:ea typeface="Arial"/>
                <a:cs typeface="Arial"/>
                <a:sym typeface="Arial"/>
              </a:rPr>
              <a:t>Title</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6"/>
          <p:cNvSpPr txBox="1"/>
          <p:nvPr/>
        </p:nvSpPr>
        <p:spPr>
          <a:xfrm>
            <a:off x="403682" y="-162338"/>
            <a:ext cx="10515600"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lt1"/>
              </a:buClr>
              <a:buSzPts val="4400"/>
              <a:buFont typeface="Arial"/>
              <a:buNone/>
            </a:pPr>
            <a:r>
              <a:rPr b="1" i="0" lang="en-CA" sz="4400" u="none" cap="none" strike="noStrike">
                <a:solidFill>
                  <a:schemeClr val="lt1"/>
                </a:solidFill>
                <a:latin typeface="Arial"/>
                <a:ea typeface="Arial"/>
                <a:cs typeface="Arial"/>
                <a:sym typeface="Arial"/>
              </a:rPr>
              <a:t>Title</a:t>
            </a:r>
            <a:endParaRPr b="0" i="0" sz="1400" u="none" cap="none" strike="noStrike">
              <a:solidFill>
                <a:schemeClr val="lt1"/>
              </a:solidFill>
              <a:latin typeface="Arial"/>
              <a:ea typeface="Arial"/>
              <a:cs typeface="Arial"/>
              <a:sym typeface="Arial"/>
            </a:endParaRPr>
          </a:p>
        </p:txBody>
      </p:sp>
      <p:sp>
        <p:nvSpPr>
          <p:cNvPr id="86" name="Google Shape;86;p6"/>
          <p:cNvSpPr txBox="1"/>
          <p:nvPr/>
        </p:nvSpPr>
        <p:spPr>
          <a:xfrm>
            <a:off x="403682" y="933759"/>
            <a:ext cx="10515600"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262626"/>
              </a:buClr>
              <a:buSzPts val="1800"/>
              <a:buFont typeface="Arial"/>
              <a:buNone/>
            </a:pPr>
            <a:r>
              <a:rPr b="0" i="0" lang="en-CA" sz="1800" u="none" cap="none" strike="noStrike">
                <a:solidFill>
                  <a:srgbClr val="262626"/>
                </a:solidFill>
                <a:latin typeface="Arial"/>
                <a:ea typeface="Arial"/>
                <a:cs typeface="Arial"/>
                <a:sym typeface="Arial"/>
              </a:rPr>
              <a:t>Content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2019-07-29T21:37:05Z</dcterms:created>
  <dc:creator>Alex Contini</dc:creator>
</cp:coreProperties>
</file>